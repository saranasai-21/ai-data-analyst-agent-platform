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r>
              <a:t>This is line 0 of a very long text that should auto-shrink to fit the slide.</a:t>
            </a:r>
          </a:p>
          <a:p>
            <a:r>
              <a:t>This is line 1 of a very long text that should auto-shrink to fit the slide.</a:t>
            </a:r>
          </a:p>
          <a:p>
            <a:r>
              <a:t>This is line 2 of a very long text that should auto-shrink to fit the slide.</a:t>
            </a:r>
          </a:p>
          <a:p>
            <a:r>
              <a:t>This is line 3 of a very long text that should auto-shrink to fit the slide.</a:t>
            </a:r>
          </a:p>
          <a:p>
            <a:r>
              <a:t>This is line 4 of a very long text that should auto-shrink to fit the slide.</a:t>
            </a:r>
          </a:p>
          <a:p>
            <a:r>
              <a:t>This is line 5 of a very long text that should auto-shrink to fit the slide.</a:t>
            </a:r>
          </a:p>
          <a:p>
            <a:r>
              <a:t>This is line 6 of a very long text that should auto-shrink to fit the slide.</a:t>
            </a:r>
          </a:p>
          <a:p>
            <a:r>
              <a:t>This is line 7 of a very long text that should auto-shrink to fit the slide.</a:t>
            </a:r>
          </a:p>
          <a:p>
            <a:r>
              <a:t>This is line 8 of a very long text that should auto-shrink to fit the slide.</a:t>
            </a:r>
          </a:p>
          <a:p>
            <a:r>
              <a:t>This is line 9 of a very long text that should auto-shrink to fit the slide.</a:t>
            </a:r>
          </a:p>
          <a:p>
            <a:r>
              <a:t>This is line 10 of a very long text that should auto-shrink to fit the slide.</a:t>
            </a:r>
          </a:p>
          <a:p>
            <a:r>
              <a:t>This is line 11 of a very long text that should auto-shrink to fit the slide.</a:t>
            </a:r>
          </a:p>
          <a:p>
            <a:r>
              <a:t>This is line 12 of a very long text that should auto-shrink to fit the slide.</a:t>
            </a:r>
          </a:p>
          <a:p>
            <a:r>
              <a:t>This is line 13 of a very long text that should auto-shrink to fit the slide.</a:t>
            </a:r>
          </a:p>
          <a:p>
            <a:r>
              <a:t>This is line 14 of a very long text that should auto-shrink to fit the slide.</a:t>
            </a:r>
          </a:p>
          <a:p>
            <a:r>
              <a:t>This is line 15 of a very long text that should auto-shrink to fit the slide.</a:t>
            </a:r>
          </a:p>
          <a:p>
            <a:r>
              <a:t>This is line 16 of a very long text that should auto-shrink to fit the slide.</a:t>
            </a:r>
          </a:p>
          <a:p>
            <a:r>
              <a:t>This is line 17 of a very long text that should auto-shrink to fit the slide.</a:t>
            </a:r>
          </a:p>
          <a:p>
            <a:r>
              <a:t>This is line 18 of a very long text that should auto-shrink to fit the slide.</a:t>
            </a:r>
          </a:p>
          <a:p>
            <a:r>
              <a:t>This is line 19 of a very long text that should auto-shrink to fit the slide.</a:t>
            </a:r>
          </a:p>
          <a:p>
            <a:r>
              <a:t>This is line 20 of a very long text that should auto-shrink to fit the slide.</a:t>
            </a:r>
          </a:p>
          <a:p>
            <a:r>
              <a:t>This is line 21 of a very long text that should auto-shrink to fit the slide.</a:t>
            </a:r>
          </a:p>
          <a:p>
            <a:r>
              <a:t>This is line 22 of a very long text that should auto-shrink to fit the slide.</a:t>
            </a:r>
          </a:p>
          <a:p>
            <a:r>
              <a:t>This is line 23 of a very long text that should auto-shrink to fit the slide.</a:t>
            </a:r>
          </a:p>
          <a:p>
            <a:r>
              <a:t>This is line 24 of a very long text that should auto-shrink to fit the slide.</a:t>
            </a:r>
          </a:p>
          <a:p>
            <a:r>
              <a:t>This is line 25 of a very long text that should auto-shrink to fit the slide.</a:t>
            </a:r>
          </a:p>
          <a:p>
            <a:r>
              <a:t>This is line 26 of a very long text that should auto-shrink to fit the slide.</a:t>
            </a:r>
          </a:p>
          <a:p>
            <a:r>
              <a:t>This is line 27 of a very long text that should auto-shrink to fit the slide.</a:t>
            </a:r>
          </a:p>
          <a:p>
            <a:r>
              <a:t>This is line 28 of a very long text that should auto-shrink to fit the slide.</a:t>
            </a:r>
          </a:p>
          <a:p>
            <a:r>
              <a:t>This is line 29 of a very long text that should auto-shrink to fit the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